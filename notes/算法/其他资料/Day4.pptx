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80" r:id="rId7"/>
    <p:sldId id="281" r:id="rId8"/>
    <p:sldId id="282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79" r:id="rId1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370455" y="2740025"/>
            <a:ext cx="74510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Day 4 </a:t>
            </a:r>
            <a:r>
              <a:rPr lang="zh-CN" altLang="en-US" sz="4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字符串</a:t>
            </a:r>
            <a:endParaRPr lang="zh-CN" altLang="en-US" sz="4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2619375" y="3662045"/>
            <a:ext cx="6953250" cy="0"/>
          </a:xfrm>
          <a:prstGeom prst="lin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398895" y="3872865"/>
            <a:ext cx="3682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By 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苟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德川家康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·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薛定谔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7625" y="126365"/>
            <a:ext cx="74510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主要内容</a:t>
            </a:r>
            <a:endParaRPr lang="zh-CN" altLang="en-US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8105" y="833120"/>
            <a:ext cx="11974830" cy="0"/>
          </a:xfrm>
          <a:prstGeom prst="lin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54965" y="1480820"/>
            <a:ext cx="430022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字符串匹配</a:t>
            </a:r>
            <a:endParaRPr lang="zh-CN" alt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	KMP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算法</a:t>
            </a:r>
            <a:endParaRPr lang="zh-CN" alt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字符串哈希</a:t>
            </a:r>
            <a:endParaRPr lang="zh-CN" alt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	*AC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自动机</a:t>
            </a:r>
            <a:endParaRPr lang="zh-CN" alt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484495" y="1470025"/>
            <a:ext cx="522859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其他</a:t>
            </a:r>
            <a:endParaRPr lang="zh-CN" alt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字典树</a:t>
            </a:r>
            <a:endParaRPr lang="zh-CN" alt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*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回文串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Manacher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7625" y="126365"/>
            <a:ext cx="74510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字符串匹配</a:t>
            </a:r>
            <a:endParaRPr lang="zh-CN" altLang="en-US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8105" y="833120"/>
            <a:ext cx="11974830" cy="0"/>
          </a:xfrm>
          <a:prstGeom prst="lin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54965" y="1480820"/>
            <a:ext cx="1153668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定义：</a:t>
            </a:r>
            <a:endParaRPr lang="zh-CN" alt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字符串匹配问题就是在一个大的字符串T中搜索某个字符串P的所有出现位置。</a:t>
            </a:r>
            <a:endParaRPr lang="zh-CN" alt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zh-CN" alt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朴素做法：</a:t>
            </a:r>
            <a:endParaRPr lang="zh-CN" alt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	O(n)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枚举起点，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O(n)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判断，总复杂度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O(n^2)</a:t>
            </a:r>
            <a:endParaRPr lang="zh-CN" alt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7625" y="126365"/>
            <a:ext cx="74510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KMP</a:t>
            </a:r>
            <a:r>
              <a:rPr lang="zh-CN" altLang="en-US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算法</a:t>
            </a:r>
            <a:endParaRPr lang="zh-CN" altLang="en-US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8105" y="833120"/>
            <a:ext cx="11974830" cy="0"/>
          </a:xfrm>
          <a:prstGeom prst="lin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54965" y="1480820"/>
            <a:ext cx="115468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KMP算法的关键是利用匹配失败后的信息，尽量减少模式串与主串的匹配次数以达到快速匹配的目的。具体实现就是实现一个next()函数，函数本身包含了模式串的局部匹配信息。时间复杂度O(m+n)。</a:t>
            </a:r>
            <a:endParaRPr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7625" y="126365"/>
            <a:ext cx="74510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KMP</a:t>
            </a:r>
            <a:r>
              <a:rPr lang="zh-CN" altLang="en-US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算法</a:t>
            </a:r>
            <a:endParaRPr lang="zh-CN" altLang="en-US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8105" y="833120"/>
            <a:ext cx="11974830" cy="0"/>
          </a:xfrm>
          <a:prstGeom prst="lin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2580" y="3475990"/>
            <a:ext cx="6970395" cy="309181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22580" y="1102995"/>
            <a:ext cx="1154684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O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串中匹配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f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串，当匹配到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位置时，两个字符串不相等，此时，若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为已匹配部分的前缀，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为已匹配部分的后缀且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AB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相等，则可将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f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串往后移，使得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串刚好处于位置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的前面，继续进行匹配。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利用了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串的匹配信息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7625" y="126365"/>
            <a:ext cx="74510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KMP</a:t>
            </a:r>
            <a:r>
              <a:rPr lang="zh-CN" altLang="en-US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算法</a:t>
            </a:r>
            <a:endParaRPr lang="zh-CN" altLang="en-US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8105" y="833120"/>
            <a:ext cx="11974830" cy="0"/>
          </a:xfrm>
          <a:prstGeom prst="lin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55600" y="3735070"/>
            <a:ext cx="11697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注意：这里的前缀、后缀不能和原字符串相等。</a:t>
            </a:r>
            <a:endParaRPr 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4965" y="1286510"/>
            <a:ext cx="11697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next</a:t>
            </a:r>
            <a:r>
              <a:rPr 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[i]</a:t>
            </a:r>
            <a:r>
              <a:rPr 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字符串</a:t>
            </a:r>
            <a:r>
              <a:rPr 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[1~i]</a:t>
            </a:r>
            <a:r>
              <a: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相同的</a:t>
            </a:r>
            <a:r>
              <a: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前后缀的</a:t>
            </a:r>
            <a:r>
              <a:rPr 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最长</a:t>
            </a:r>
            <a:r>
              <a: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长度。</a:t>
            </a:r>
            <a:endParaRPr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385" y="2014855"/>
            <a:ext cx="11050270" cy="16122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7625" y="126365"/>
            <a:ext cx="74510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KMP</a:t>
            </a:r>
            <a:r>
              <a:rPr lang="zh-CN" altLang="en-US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算法</a:t>
            </a:r>
            <a:endParaRPr lang="zh-CN" altLang="en-US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8105" y="833120"/>
            <a:ext cx="11974830" cy="0"/>
          </a:xfrm>
          <a:prstGeom prst="lin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355600" y="3735070"/>
            <a:ext cx="1169733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Step1 	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next[1]=0	</a:t>
            </a: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Step2	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令 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p=next[i]</a:t>
            </a: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Step3	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如果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s[i+1]==s[p+1]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则 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next[i+1]=p+1</a:t>
            </a: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		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否则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p=next[p] 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并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重复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Step3</a:t>
            </a: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4965" y="1286510"/>
            <a:ext cx="11697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next</a:t>
            </a:r>
            <a:r>
              <a:rPr 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[i]</a:t>
            </a:r>
            <a:r>
              <a:rPr 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长度为i的字符串前缀和后缀的最长公共部分</a:t>
            </a:r>
            <a:endParaRPr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385" y="2014855"/>
            <a:ext cx="11050270" cy="16122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7625" y="126365"/>
            <a:ext cx="74510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KMP</a:t>
            </a:r>
            <a:r>
              <a:rPr lang="zh-CN" altLang="en-US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算法</a:t>
            </a:r>
            <a:endParaRPr lang="zh-CN" altLang="en-US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8105" y="833120"/>
            <a:ext cx="11974830" cy="0"/>
          </a:xfrm>
          <a:prstGeom prst="lin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7190" y="1625600"/>
            <a:ext cx="11376660" cy="38449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7625" y="126365"/>
            <a:ext cx="74510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KMP</a:t>
            </a:r>
            <a:r>
              <a:rPr lang="zh-CN" altLang="en-US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算法</a:t>
            </a:r>
            <a:endParaRPr lang="zh-CN" altLang="en-US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8105" y="833120"/>
            <a:ext cx="11974830" cy="0"/>
          </a:xfrm>
          <a:prstGeom prst="lin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247650" y="1273175"/>
            <a:ext cx="116973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匹配过程：（代码更直观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4340" y="1918335"/>
            <a:ext cx="8133715" cy="46589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7625" y="126365"/>
            <a:ext cx="74510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字符串哈希匹配</a:t>
            </a:r>
            <a:endParaRPr lang="zh-CN" altLang="en-US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8105" y="833120"/>
            <a:ext cx="11974830" cy="0"/>
          </a:xfrm>
          <a:prstGeom prst="lin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8105" y="1059815"/>
            <a:ext cx="11697335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Rabin-Karp算法：</a:t>
            </a:r>
            <a:endParaRPr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待匹配字符串的长度为M，目标字符串的长度为N</a:t>
            </a:r>
            <a:r>
              <a:rPr 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(</a:t>
            </a:r>
            <a:r>
              <a: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N&gt;M</a:t>
            </a:r>
            <a:r>
              <a:rPr 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计算待匹配字符串的hash值</a:t>
            </a:r>
            <a:endParaRPr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计算目标字符串前M个字符的hash值</a:t>
            </a:r>
            <a:endParaRPr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比较前面计算的两个hash值</a:t>
            </a:r>
            <a:endParaRPr 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7625" y="126365"/>
            <a:ext cx="74510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字符串哈希匹配</a:t>
            </a:r>
            <a:endParaRPr lang="zh-CN" altLang="en-US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8105" y="833120"/>
            <a:ext cx="11974830" cy="0"/>
          </a:xfrm>
          <a:prstGeom prst="lin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8105" y="1221740"/>
            <a:ext cx="11697335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Hash[i][j] =	</a:t>
            </a:r>
            <a:endParaRPr 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			s[i]*h^(j-i) + s[i+1]*h^(j-i-1) + </a:t>
            </a:r>
            <a:endParaRPr 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			s[i+2]*h^2+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……s[j]*h^0</a:t>
            </a: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Hash[i+1][j+1] =</a:t>
            </a: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s[i+1]*h^(j-i) + s[i+2]*h^(j-i-1) + </a:t>
            </a:r>
            <a:endParaRPr 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			s[i+3]*h^2+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……s[j+1]*h^0</a:t>
            </a: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/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		=	(Hash[i][j] - s[i]*h^(j-i) ) * h + s[j+1]</a:t>
            </a: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(1234 - 1000) * 10 + 5 = 2345</a:t>
            </a: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7625" y="126365"/>
            <a:ext cx="74510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字典树</a:t>
            </a:r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(Trie Tree</a:t>
            </a:r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8105" y="833120"/>
            <a:ext cx="11974830" cy="0"/>
          </a:xfrm>
          <a:prstGeom prst="lin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8105" y="1221740"/>
            <a:ext cx="1169733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字典树：</a:t>
            </a:r>
            <a:endParaRPr lang="zh-CN" alt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	又称单词查找树，Trie树，是一种树形结构。典型应用是用于统计，排序和保存大量的字符串（但不仅限于字符串），所以经常被搜索引擎系统用于文本词频统计。</a:t>
            </a: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	它的优点是：利用字符串的公共前缀来减少查询时间，最大限度地减少无谓的字符串比较，查询效率高。</a:t>
            </a: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7625" y="126365"/>
            <a:ext cx="74510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字典树</a:t>
            </a:r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(Trie Tree)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8105" y="833120"/>
            <a:ext cx="11974830" cy="0"/>
          </a:xfrm>
          <a:prstGeom prst="lin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8105" y="1221740"/>
            <a:ext cx="592010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它有3个基本性质：</a:t>
            </a:r>
            <a:endParaRPr lang="zh-CN" alt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1.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根节点不包含字符，除根节点外每一个节点都只包含一个字符；</a:t>
            </a:r>
            <a:endParaRPr lang="zh-CN" alt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2.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从根节点到某一节点，路径上经过的字符连接起来，为该节点对应的字符串； </a:t>
            </a:r>
            <a:endParaRPr lang="zh-CN" alt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3.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每个节点的所有子节点包含的字符都不相同。</a:t>
            </a:r>
            <a:endParaRPr lang="zh-CN" altLang="en-US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210" y="1238250"/>
            <a:ext cx="6055360" cy="5060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7625" y="126365"/>
            <a:ext cx="74510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字典树</a:t>
            </a:r>
            <a:r>
              <a:rPr lang="en-US" altLang="zh-CN" sz="40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(Trie Tree)</a:t>
            </a:r>
            <a:endParaRPr lang="en-US" altLang="zh-CN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8105" y="833120"/>
            <a:ext cx="11974830" cy="0"/>
          </a:xfrm>
          <a:prstGeom prst="lin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/>
        </p:nvSpPr>
        <p:spPr>
          <a:xfrm>
            <a:off x="78105" y="1005840"/>
            <a:ext cx="1162113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例题：</a:t>
            </a:r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HDU-1251</a:t>
            </a: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	</a:t>
            </a:r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Ignatius最近遇到一个难题，老师交给他很多单词(只有小写字母组成，不会有重复的单词出现)，现在老师要他统计出以某个字符串为前缀的单词数量(单词本身也是自己的前缀)。</a:t>
            </a:r>
            <a:endParaRPr lang="en-US" altLang="zh-CN" sz="36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2370455" y="2740025"/>
            <a:ext cx="74510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Thanks</a:t>
            </a:r>
            <a:endParaRPr lang="en-US" altLang="zh-CN" sz="48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2619375" y="3662045"/>
            <a:ext cx="6953250" cy="0"/>
          </a:xfrm>
          <a:prstGeom prst="line">
            <a:avLst/>
          </a:prstGeom>
          <a:ln w="12700" cmpd="sng">
            <a:solidFill>
              <a:schemeClr val="bg1"/>
            </a:solidFill>
            <a:prstDash val="soli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/>
          <p:cNvSpPr txBox="1"/>
          <p:nvPr/>
        </p:nvSpPr>
        <p:spPr>
          <a:xfrm>
            <a:off x="6398895" y="3872865"/>
            <a:ext cx="3682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2018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年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lang="en-US" altLang="zh-CN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23</a:t>
            </a:r>
            <a:r>
              <a:rPr lang="zh-CN" altLang="en-US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日</a:t>
            </a:r>
            <a:endParaRPr lang="zh-CN" altLang="en-US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1267</Words>
  <Application>WPS 演示</Application>
  <PresentationFormat>宽屏</PresentationFormat>
  <Paragraphs>102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Arial Unicode MS</vt:lpstr>
      <vt:lpstr>Calibri Light</vt:lpstr>
      <vt:lpstr>Calibri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Lujj</dc:creator>
  <cp:lastModifiedBy>Lujj</cp:lastModifiedBy>
  <cp:revision>4</cp:revision>
  <dcterms:created xsi:type="dcterms:W3CDTF">2018-01-20T13:27:00Z</dcterms:created>
  <dcterms:modified xsi:type="dcterms:W3CDTF">2018-01-22T15:23:22Z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2052-10.1.0.7106</vt:lpwstr>
  </property>
</Properties>
</file>